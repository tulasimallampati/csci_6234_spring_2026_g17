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4941-460F-4755-A258-C8804B46B0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 MESH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A66D31-05B1-4581-99AC-066D27E3B9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Where Learners Link and Ideas Thrive.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3106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B986-28AE-4956-A292-7D4551D8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Members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37C93-2056-487A-B518-3F9F85BBF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Tulasi Mallampati (G43626084)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19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B98C-DA80-41B2-B1A9-41640FF19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6245085" cy="1032198"/>
          </a:xfrm>
        </p:spPr>
        <p:txBody>
          <a:bodyPr/>
          <a:lstStyle/>
          <a:p>
            <a:r>
              <a:rPr lang="en-US" dirty="0"/>
              <a:t>About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36B94-070F-409F-9550-32D686C4E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0748" y="2560320"/>
            <a:ext cx="5844208" cy="3310128"/>
          </a:xfrm>
        </p:spPr>
        <p:txBody>
          <a:bodyPr/>
          <a:lstStyle/>
          <a:p>
            <a:r>
              <a:rPr lang="en-US" dirty="0"/>
              <a:t>A real-time web application that intelligently forms and manages study groups based on user’s skill levels, availability, and preferred learning styles. 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BA89A3-F2A9-4BAF-91AB-46A89CB3BC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673009" y="556590"/>
            <a:ext cx="3935895" cy="568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67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2B9F9-604D-4860-8BD0-931469D2E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76" y="664081"/>
            <a:ext cx="9601196" cy="873172"/>
          </a:xfrm>
        </p:spPr>
        <p:txBody>
          <a:bodyPr/>
          <a:lstStyle/>
          <a:p>
            <a:r>
              <a:rPr lang="en-US" dirty="0"/>
              <a:t>Use Case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4BCACC8-69AE-45DD-B4D7-B0C5852B1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1478" y="1709531"/>
            <a:ext cx="9346094" cy="4484388"/>
          </a:xfrm>
        </p:spPr>
      </p:pic>
    </p:spTree>
    <p:extLst>
      <p:ext uri="{BB962C8B-B14F-4D97-AF65-F5344CB8AC3E}">
        <p14:creationId xmlns:p14="http://schemas.microsoft.com/office/powerpoint/2010/main" val="3425943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30BFC-D104-4FBE-8FB2-B4868EFD1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886425"/>
          </a:xfrm>
        </p:spPr>
        <p:txBody>
          <a:bodyPr/>
          <a:lstStyle/>
          <a:p>
            <a:r>
              <a:rPr lang="en-IN" b="1" dirty="0" err="1"/>
              <a:t>RegisterAccount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A67488-DFF9-4565-8401-3860B17807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625725"/>
            <a:ext cx="9601195" cy="3181350"/>
          </a:xfrm>
        </p:spPr>
      </p:pic>
    </p:spTree>
    <p:extLst>
      <p:ext uri="{BB962C8B-B14F-4D97-AF65-F5344CB8AC3E}">
        <p14:creationId xmlns:p14="http://schemas.microsoft.com/office/powerpoint/2010/main" val="2082385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13EC5-CA2D-487D-BEC6-26C11444F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1018946"/>
          </a:xfrm>
        </p:spPr>
        <p:txBody>
          <a:bodyPr/>
          <a:lstStyle/>
          <a:p>
            <a:r>
              <a:rPr lang="en-IN" b="1" dirty="0"/>
              <a:t>Login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A332F4-B789-40E5-A972-0C31189195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625725"/>
            <a:ext cx="9601196" cy="3181350"/>
          </a:xfrm>
        </p:spPr>
      </p:pic>
    </p:spTree>
    <p:extLst>
      <p:ext uri="{BB962C8B-B14F-4D97-AF65-F5344CB8AC3E}">
        <p14:creationId xmlns:p14="http://schemas.microsoft.com/office/powerpoint/2010/main" val="4080314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40032-761B-40B6-ACC9-7C6879208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098459"/>
          </a:xfrm>
        </p:spPr>
        <p:txBody>
          <a:bodyPr/>
          <a:lstStyle/>
          <a:p>
            <a:r>
              <a:rPr lang="en-IN" b="1" dirty="0" err="1"/>
              <a:t>CreateStudyGroup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9B28D2-453F-47BD-8BA8-83AE7CFDB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625725"/>
            <a:ext cx="9505120" cy="3181350"/>
          </a:xfrm>
        </p:spPr>
      </p:pic>
    </p:spTree>
    <p:extLst>
      <p:ext uri="{BB962C8B-B14F-4D97-AF65-F5344CB8AC3E}">
        <p14:creationId xmlns:p14="http://schemas.microsoft.com/office/powerpoint/2010/main" val="2469718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74968-F407-4220-ABC2-D613FFD6B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992442"/>
          </a:xfrm>
        </p:spPr>
        <p:txBody>
          <a:bodyPr/>
          <a:lstStyle/>
          <a:p>
            <a:r>
              <a:rPr lang="en-IN" b="1"/>
              <a:t>ViewGroupRecommendations</a:t>
            </a:r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3C60CD-18FB-4217-A6CC-11BD5FA47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557463"/>
            <a:ext cx="9505120" cy="3317875"/>
          </a:xfrm>
        </p:spPr>
      </p:pic>
    </p:spTree>
    <p:extLst>
      <p:ext uri="{BB962C8B-B14F-4D97-AF65-F5344CB8AC3E}">
        <p14:creationId xmlns:p14="http://schemas.microsoft.com/office/powerpoint/2010/main" val="111713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5850F-03E0-4F2A-9BAF-14D045D8F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886425"/>
          </a:xfrm>
        </p:spPr>
        <p:txBody>
          <a:bodyPr/>
          <a:lstStyle/>
          <a:p>
            <a:r>
              <a:rPr lang="en-IN" b="1" dirty="0" err="1"/>
              <a:t>JoinStudyGroup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9B10C3-9330-401E-99FB-38B364EE01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557463"/>
            <a:ext cx="9491868" cy="3317875"/>
          </a:xfrm>
        </p:spPr>
      </p:pic>
    </p:spTree>
    <p:extLst>
      <p:ext uri="{BB962C8B-B14F-4D97-AF65-F5344CB8AC3E}">
        <p14:creationId xmlns:p14="http://schemas.microsoft.com/office/powerpoint/2010/main" val="3323354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AE01C-BBD0-4907-A7D1-DB620898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1005694"/>
          </a:xfrm>
        </p:spPr>
        <p:txBody>
          <a:bodyPr/>
          <a:lstStyle/>
          <a:p>
            <a:r>
              <a:rPr lang="en-IN" b="1" dirty="0" err="1"/>
              <a:t>SetLearningPreferences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2C3C37-55BE-4667-8B12-42EC9A5C31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7983" y="2763838"/>
            <a:ext cx="9382539" cy="2905125"/>
          </a:xfrm>
        </p:spPr>
      </p:pic>
    </p:spTree>
    <p:extLst>
      <p:ext uri="{BB962C8B-B14F-4D97-AF65-F5344CB8AC3E}">
        <p14:creationId xmlns:p14="http://schemas.microsoft.com/office/powerpoint/2010/main" val="782029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EBA98-4E64-4D6D-823A-4AF22667F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939433"/>
          </a:xfrm>
        </p:spPr>
        <p:txBody>
          <a:bodyPr/>
          <a:lstStyle/>
          <a:p>
            <a:r>
              <a:rPr lang="en-IN" b="1" dirty="0" err="1"/>
              <a:t>MatchUserstoGroups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B14B2F-A411-44B0-A415-04A6B4D941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4730" y="2557463"/>
            <a:ext cx="9382540" cy="3317875"/>
          </a:xfrm>
        </p:spPr>
      </p:pic>
    </p:spTree>
    <p:extLst>
      <p:ext uri="{BB962C8B-B14F-4D97-AF65-F5344CB8AC3E}">
        <p14:creationId xmlns:p14="http://schemas.microsoft.com/office/powerpoint/2010/main" val="3837679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650E5-21EA-4F26-8E2A-464118C2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1005694"/>
          </a:xfrm>
        </p:spPr>
        <p:txBody>
          <a:bodyPr/>
          <a:lstStyle/>
          <a:p>
            <a:r>
              <a:rPr lang="en-IN" b="1" dirty="0" err="1"/>
              <a:t>ManageUsers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40E042-990D-4875-87B8-3E17F9CED3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7983" y="2625725"/>
            <a:ext cx="9356033" cy="3181350"/>
          </a:xfrm>
        </p:spPr>
      </p:pic>
    </p:spTree>
    <p:extLst>
      <p:ext uri="{BB962C8B-B14F-4D97-AF65-F5344CB8AC3E}">
        <p14:creationId xmlns:p14="http://schemas.microsoft.com/office/powerpoint/2010/main" val="3770144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94599-14B9-4B1C-9F73-47F29F2C8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886425"/>
          </a:xfrm>
        </p:spPr>
        <p:txBody>
          <a:bodyPr/>
          <a:lstStyle/>
          <a:p>
            <a:r>
              <a:rPr lang="en-IN" b="1"/>
              <a:t>MonitorSystem</a:t>
            </a:r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244E02-27EE-430E-88CD-66FAB2BB7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7982" y="2625725"/>
            <a:ext cx="9478615" cy="3181350"/>
          </a:xfrm>
        </p:spPr>
      </p:pic>
    </p:spTree>
    <p:extLst>
      <p:ext uri="{BB962C8B-B14F-4D97-AF65-F5344CB8AC3E}">
        <p14:creationId xmlns:p14="http://schemas.microsoft.com/office/powerpoint/2010/main" val="2341344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C3427-07B0-4A91-8F6A-9A20E810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3308580"/>
            <a:ext cx="9609668" cy="2628393"/>
          </a:xfrm>
          <a:effectLst>
            <a:glow rad="63500">
              <a:schemeClr val="accent4">
                <a:lumMod val="60000"/>
                <a:lumOff val="40000"/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accent5">
                    <a:lumMod val="75000"/>
                  </a:schemeClr>
                </a:solidFill>
              </a:rPr>
              <a:t>Thank You</a:t>
            </a:r>
            <a:endParaRPr lang="en-IN" sz="5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8769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27</TotalTime>
  <Words>55</Words>
  <Application>Microsoft Office PowerPoint</Application>
  <PresentationFormat>Widescreen</PresentationFormat>
  <Paragraphs>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Garamond</vt:lpstr>
      <vt:lpstr>Organic</vt:lpstr>
      <vt:lpstr>LEARN MESH</vt:lpstr>
      <vt:lpstr>Team Members</vt:lpstr>
      <vt:lpstr>About Project</vt:lpstr>
      <vt:lpstr>Use Case</vt:lpstr>
      <vt:lpstr>RegisterAccount</vt:lpstr>
      <vt:lpstr>Login</vt:lpstr>
      <vt:lpstr>CreateStudyGroup</vt:lpstr>
      <vt:lpstr>ViewGroupRecommendations</vt:lpstr>
      <vt:lpstr>JoinStudyGroup</vt:lpstr>
      <vt:lpstr>SetLearningPreferences</vt:lpstr>
      <vt:lpstr>MatchUserstoGroups</vt:lpstr>
      <vt:lpstr>ManageUsers</vt:lpstr>
      <vt:lpstr>MonitorSystem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 MESH</dc:title>
  <dc:creator>Mallampati Tulasi</dc:creator>
  <cp:lastModifiedBy>Mallampati Tulasi</cp:lastModifiedBy>
  <cp:revision>4</cp:revision>
  <dcterms:created xsi:type="dcterms:W3CDTF">2026-02-07T19:27:13Z</dcterms:created>
  <dcterms:modified xsi:type="dcterms:W3CDTF">2026-02-12T16:58:36Z</dcterms:modified>
</cp:coreProperties>
</file>