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4941-460F-4755-A258-C8804B46B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 MESH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66D31-05B1-4581-99AC-066D27E3B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Where Learners Link and Ideas Thrive.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10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B986-28AE-4956-A292-7D4551D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C93-2056-487A-B518-3F9F85BBF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Tulasi Mallampati (G43626084)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19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98C-DA80-41B2-B1A9-41640FF1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6245085" cy="1032198"/>
          </a:xfrm>
        </p:spPr>
        <p:txBody>
          <a:bodyPr/>
          <a:lstStyle/>
          <a:p>
            <a:r>
              <a:rPr lang="en-US" dirty="0"/>
              <a:t>About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6B94-070F-409F-9550-32D686C4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0748" y="2560320"/>
            <a:ext cx="5844208" cy="3310128"/>
          </a:xfrm>
        </p:spPr>
        <p:txBody>
          <a:bodyPr/>
          <a:lstStyle/>
          <a:p>
            <a:r>
              <a:rPr lang="en-US" dirty="0"/>
              <a:t>A real-time web application that intelligently forms and manages study groups based on user’s skill levels, availability, and preferred learning styles. 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A89A3-F2A9-4BAF-91AB-46A89CB3BC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73009" y="556590"/>
            <a:ext cx="3935895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6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B9F9-604D-4860-8BD0-931469D2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76" y="664081"/>
            <a:ext cx="9601196" cy="740649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D5AD41-925C-46DB-859A-111983088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376" y="1550505"/>
            <a:ext cx="9823172" cy="464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4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0BFC-D104-4FBE-8FB2-B4868EFD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49358"/>
            <a:ext cx="9601196" cy="7421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Register Account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0AFD44-97E0-4EC1-971F-1B9DC8407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497496"/>
            <a:ext cx="9743659" cy="4585252"/>
          </a:xfrm>
        </p:spPr>
      </p:pic>
    </p:spTree>
    <p:extLst>
      <p:ext uri="{BB962C8B-B14F-4D97-AF65-F5344CB8AC3E}">
        <p14:creationId xmlns:p14="http://schemas.microsoft.com/office/powerpoint/2010/main" val="208238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3EC5-CA2D-487D-BEC6-26C11444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9600"/>
            <a:ext cx="9601196" cy="70236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Login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11B1B2-752E-4EFA-952F-366CEEC00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496" y="1470991"/>
            <a:ext cx="9399102" cy="4638261"/>
          </a:xfrm>
        </p:spPr>
      </p:pic>
    </p:spTree>
    <p:extLst>
      <p:ext uri="{BB962C8B-B14F-4D97-AF65-F5344CB8AC3E}">
        <p14:creationId xmlns:p14="http://schemas.microsoft.com/office/powerpoint/2010/main" val="408031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0032-761B-40B6-ACC9-7C687920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36105"/>
            <a:ext cx="9601196" cy="5830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Create Study Group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F7E33C-ABB5-4AB5-8A74-30276B77C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219201"/>
            <a:ext cx="9412355" cy="5002694"/>
          </a:xfrm>
        </p:spPr>
      </p:pic>
    </p:spTree>
    <p:extLst>
      <p:ext uri="{BB962C8B-B14F-4D97-AF65-F5344CB8AC3E}">
        <p14:creationId xmlns:p14="http://schemas.microsoft.com/office/powerpoint/2010/main" val="246971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4968-F407-4220-ABC2-D613FFD6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9601"/>
            <a:ext cx="9601196" cy="74212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View Group Recommendations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D2F351-1018-439F-B3B2-2E88BB289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478" y="1351723"/>
            <a:ext cx="9409044" cy="4757529"/>
          </a:xfrm>
        </p:spPr>
      </p:pic>
    </p:spTree>
    <p:extLst>
      <p:ext uri="{BB962C8B-B14F-4D97-AF65-F5344CB8AC3E}">
        <p14:creationId xmlns:p14="http://schemas.microsoft.com/office/powerpoint/2010/main" val="111713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850F-03E0-4F2A-9BAF-14D045D8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22852"/>
            <a:ext cx="9601196" cy="67586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Join Study Group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33C1E6-93EC-4509-A95C-D5F296DF0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457738"/>
            <a:ext cx="9601195" cy="4777409"/>
          </a:xfrm>
        </p:spPr>
      </p:pic>
    </p:spTree>
    <p:extLst>
      <p:ext uri="{BB962C8B-B14F-4D97-AF65-F5344CB8AC3E}">
        <p14:creationId xmlns:p14="http://schemas.microsoft.com/office/powerpoint/2010/main" val="332335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E01C-BBD0-4907-A7D1-DB62089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36105"/>
            <a:ext cx="9601196" cy="55659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Set Learning Preferences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32CDA2-68AA-4994-A8BE-1E78E1AAA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325563"/>
            <a:ext cx="9465363" cy="4896332"/>
          </a:xfrm>
        </p:spPr>
      </p:pic>
    </p:spTree>
    <p:extLst>
      <p:ext uri="{BB962C8B-B14F-4D97-AF65-F5344CB8AC3E}">
        <p14:creationId xmlns:p14="http://schemas.microsoft.com/office/powerpoint/2010/main" val="782029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BA98-4E64-4D6D-823A-4AF22667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9600"/>
            <a:ext cx="9601196" cy="66260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Match Users to Groups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36139C-9D91-4568-B511-F89AE6BE6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3" y="1447485"/>
            <a:ext cx="9478615" cy="4595506"/>
          </a:xfrm>
        </p:spPr>
      </p:pic>
    </p:spTree>
    <p:extLst>
      <p:ext uri="{BB962C8B-B14F-4D97-AF65-F5344CB8AC3E}">
        <p14:creationId xmlns:p14="http://schemas.microsoft.com/office/powerpoint/2010/main" val="3837679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50E5-21EA-4F26-8E2A-464118C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62609"/>
            <a:ext cx="9601196" cy="62285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Manage Users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E526F1-6DC7-4B5F-A000-3C152B27A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404938"/>
            <a:ext cx="9601195" cy="4791075"/>
          </a:xfrm>
        </p:spPr>
      </p:pic>
    </p:spTree>
    <p:extLst>
      <p:ext uri="{BB962C8B-B14F-4D97-AF65-F5344CB8AC3E}">
        <p14:creationId xmlns:p14="http://schemas.microsoft.com/office/powerpoint/2010/main" val="3770144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4599-14B9-4B1C-9F73-47F29F2C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96348"/>
            <a:ext cx="9601196" cy="66260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Monitor System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56641B-0239-4A77-AC9C-71626EAF2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378411"/>
            <a:ext cx="9601196" cy="4763165"/>
          </a:xfrm>
        </p:spPr>
      </p:pic>
    </p:spTree>
    <p:extLst>
      <p:ext uri="{BB962C8B-B14F-4D97-AF65-F5344CB8AC3E}">
        <p14:creationId xmlns:p14="http://schemas.microsoft.com/office/powerpoint/2010/main" val="234134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3427-07B0-4A91-8F6A-9A20E810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8580"/>
            <a:ext cx="9609668" cy="2628393"/>
          </a:xfrm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Thank You</a:t>
            </a:r>
            <a:endParaRPr lang="en-IN" sz="5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876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</TotalTime>
  <Words>69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LEARN MESH</vt:lpstr>
      <vt:lpstr>Team Members</vt:lpstr>
      <vt:lpstr>About Project</vt:lpstr>
      <vt:lpstr>Use Case</vt:lpstr>
      <vt:lpstr>Register Account</vt:lpstr>
      <vt:lpstr>Login</vt:lpstr>
      <vt:lpstr>Create Study Group</vt:lpstr>
      <vt:lpstr>View Group Recommendations</vt:lpstr>
      <vt:lpstr>Join Study Group</vt:lpstr>
      <vt:lpstr>Set Learning Preferences</vt:lpstr>
      <vt:lpstr>Match Users to Groups</vt:lpstr>
      <vt:lpstr>Manage Users</vt:lpstr>
      <vt:lpstr>Monitor System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MESH</dc:title>
  <dc:creator>Mallampati Tulasi</dc:creator>
  <cp:lastModifiedBy>Mallampati Tulasi</cp:lastModifiedBy>
  <cp:revision>8</cp:revision>
  <dcterms:created xsi:type="dcterms:W3CDTF">2026-02-07T19:27:13Z</dcterms:created>
  <dcterms:modified xsi:type="dcterms:W3CDTF">2026-02-26T03:36:34Z</dcterms:modified>
</cp:coreProperties>
</file>